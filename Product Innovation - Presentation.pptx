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AFFBB0B5-9C45-435D-A5BB-F6F7C716D63B}">
  <a:tblStyle styleId="{AFFBB0B5-9C45-435D-A5BB-F6F7C716D6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Discuss points from PEST analysis</a:t>
            </a:r>
            <a:endParaRPr/>
          </a:p>
          <a:p>
            <a: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Explain SWOT in detail per the paper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pictured: Nutrition to Go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Transition from the product section and explain goal of SmoothieVend.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Introduce SmoothieVend in gyms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Success of SmoothieVend will allow entry into other markets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Discuss costs to operate the SmoothieVend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Explain cost breakdown (cost of fruits/vegetables and cost of supplements)</a:t>
            </a:r>
            <a:endParaRPr/>
          </a:p>
          <a:p>
            <a: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Talk about how our prices are set so that we can still promote healthy living while maintaining a great standard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Shape 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Shape 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Shape 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Shape 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Shape 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Shape 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Shape 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Shape 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Shape 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Shape 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Shape 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 5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Shape 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Shape 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Shape 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 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Shape 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Shape 7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ctrTitle"/>
          </p:nvPr>
        </p:nvSpPr>
        <p:spPr>
          <a:xfrm>
            <a:off x="805650" y="13986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SmoothieVendⓇ</a:t>
            </a:r>
            <a:endParaRPr/>
          </a:p>
        </p:txBody>
      </p:sp>
      <p:sp>
        <p:nvSpPr>
          <p:cNvPr id="87" name="Shape 8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Krishnateja Pemmaraju</a:t>
            </a:r>
            <a:br>
              <a:rPr lang="en"/>
            </a:br>
            <a:r>
              <a:rPr lang="en"/>
              <a:t>Rushaabh Saliya</a:t>
            </a:r>
            <a:br>
              <a:rPr lang="en"/>
            </a:br>
            <a:r>
              <a:rPr lang="en"/>
              <a:t>ChristieLynne Williamson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Analysis</a:t>
            </a:r>
            <a:endParaRPr/>
          </a:p>
        </p:txBody>
      </p:sp>
      <p:pic>
        <p:nvPicPr>
          <p:cNvPr id="93" name="Shape 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00" y="1877275"/>
            <a:ext cx="5869695" cy="32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Shape 94"/>
          <p:cNvSpPr txBox="1"/>
          <p:nvPr/>
        </p:nvSpPr>
        <p:spPr>
          <a:xfrm>
            <a:off x="6118800" y="1876288"/>
            <a:ext cx="2999100" cy="3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“Beverage Bar” category has grown from $34 billions to $41 billions in 5 years.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Projected market value by 2019 : $50 billions.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Smoothies are popular among the iGens &amp; Millennials.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Analysis</a:t>
            </a:r>
            <a:endParaRPr/>
          </a:p>
        </p:txBody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x="729450" y="2078875"/>
            <a:ext cx="8185200" cy="25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WHAT PEOPLE WANT ?</a:t>
            </a:r>
            <a:endParaRPr b="1" sz="1800"/>
          </a:p>
          <a:p>
            <a: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Affordable options</a:t>
            </a:r>
            <a:endParaRPr sz="1800"/>
          </a:p>
          <a:p>
            <a: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Easy to eat , non messy alternatives to eat on the go</a:t>
            </a:r>
            <a:endParaRPr sz="1800"/>
          </a:p>
          <a:p>
            <a: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Extensive drink customization &amp; portioning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Analysis: SWOT</a:t>
            </a:r>
            <a:endParaRPr/>
          </a:p>
        </p:txBody>
      </p:sp>
      <p:graphicFrame>
        <p:nvGraphicFramePr>
          <p:cNvPr id="106" name="Shape 106"/>
          <p:cNvGraphicFramePr/>
          <p:nvPr/>
        </p:nvGraphicFramePr>
        <p:xfrm>
          <a:off x="954300" y="19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{AFFBB0B5-9C45-435D-A5BB-F6F7C716D63B}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STRENGTHS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WEAKNESSES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Customer satisfaction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Strong distribution network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Performance in new market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 barriers to entry in the juice and smoothie industry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Customers may see it as a gimmick to promotes healthy drinks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Cost of the smoothie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Competition with established brands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OPPORTUNITIES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THREATS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Change for PFG to use differentiated pricing strategy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Lower cost of product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Consumers gaining more health awareness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Intense competition from other providers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Bigger companies may expand</a:t>
                      </a:r>
                      <a:endParaRPr sz="12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-304800" lvl="0" marL="28575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Raleway"/>
                        <a:buChar char="●"/>
                      </a:pPr>
                      <a:r>
                        <a:rPr lang="en" sz="12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Changing consumer preference due to changing interests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Analysis</a:t>
            </a:r>
            <a:endParaRPr/>
          </a:p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</a:t>
            </a:r>
            <a:endParaRPr/>
          </a:p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729450" y="2078875"/>
            <a:ext cx="4577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Fully customizable healthy smoothies and frozen beverages</a:t>
            </a:r>
            <a:endParaRPr/>
          </a:p>
          <a:p>
            <a: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Protein, fruits, vegetables, and supplements for post-workout recovery </a:t>
            </a:r>
            <a:endParaRPr/>
          </a:p>
          <a:p>
            <a: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Dispensed in 30-60 seconds from the patented </a:t>
            </a:r>
            <a:r>
              <a:rPr i="1" lang="en"/>
              <a:t>SmoothieVend</a:t>
            </a:r>
            <a:r>
              <a:rPr lang="en"/>
              <a:t>Ⓡ frozen vending machine</a:t>
            </a:r>
            <a:endParaRPr/>
          </a:p>
          <a:p>
            <a: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/>
          </a:p>
        </p:txBody>
      </p:sp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 b="0" l="13899" r="11971" t="0"/>
          <a:stretch/>
        </p:blipFill>
        <p:spPr>
          <a:xfrm>
            <a:off x="5399300" y="1608925"/>
            <a:ext cx="3336499" cy="25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</a:t>
            </a:r>
            <a:endParaRPr/>
          </a:p>
        </p:txBody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50 Health Clubs in Miami</a:t>
            </a:r>
            <a:endParaRPr sz="1800"/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Mass Transit</a:t>
            </a:r>
            <a:endParaRPr sz="1800"/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Schools</a:t>
            </a:r>
            <a:endParaRPr sz="1800"/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Hospitals</a:t>
            </a:r>
            <a:endParaRPr sz="1800"/>
          </a:p>
          <a:p>
            <a: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Corporate Office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</a:t>
            </a:r>
            <a:endParaRPr/>
          </a:p>
        </p:txBody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General smoothies will range between $3.00 to $6.00</a:t>
            </a:r>
            <a:endParaRPr sz="1800"/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Special blends will range between $4.00 to $6.00</a:t>
            </a:r>
            <a:endParaRPr sz="1800"/>
          </a:p>
          <a:p>
            <a: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Promote healthy living while providing tasty drinks!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Promotion</a:t>
            </a:r>
            <a:endParaRPr/>
          </a:p>
        </p:txBody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855150" y="21817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“Free Smoothie Day” program</a:t>
            </a:r>
            <a:endParaRPr sz="1800"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Integrating with gym memberships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</a:t>
            </a:r>
            <a:endParaRPr/>
          </a:p>
        </p:txBody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Gym &amp; health studio owners</a:t>
            </a:r>
            <a:endParaRPr sz="1800"/>
          </a:p>
          <a:p>
            <a: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Leverage highly trained marketing reps.</a:t>
            </a:r>
            <a:endParaRPr sz="1800"/>
          </a:p>
          <a:p>
            <a:pPr indent="0" lvl="0" marL="457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Consumers</a:t>
            </a:r>
            <a:endParaRPr sz="1800"/>
          </a:p>
          <a:p>
            <a: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Targeted social media ads </a:t>
            </a:r>
            <a:endParaRPr sz="1800"/>
          </a:p>
          <a:p>
            <a: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Print media in target rich locations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Relations</a:t>
            </a:r>
            <a:endParaRPr/>
          </a:p>
        </p:txBody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Creating Awareness for healthy living and, work &amp; life balance</a:t>
            </a:r>
            <a:endParaRPr sz="1800"/>
          </a:p>
          <a:p>
            <a: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Hosting yoga sessions at various beaches in Miami.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729450" y="25703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“#MyFirstSip” : A multi-platform internet campaign</a:t>
            </a:r>
            <a:endParaRPr sz="1800"/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Health &amp; fitness influencers </a:t>
            </a:r>
            <a:endParaRPr sz="1800"/>
          </a:p>
          <a:p>
            <a: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Daily vlogs &amp;  blogs 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and Projections</a:t>
            </a:r>
            <a:endParaRPr/>
          </a:p>
        </p:txBody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Approximate start-up and operating costs for the first year: $1 million</a:t>
            </a:r>
            <a:endParaRPr sz="1800"/>
          </a:p>
          <a:p>
            <a: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Estimated revenue: $1.5 to 2 million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